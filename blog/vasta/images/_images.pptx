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>
        <p:scale>
          <a:sx n="146" d="100"/>
          <a:sy n="146" d="100"/>
        </p:scale>
        <p:origin x="-31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2655E-A242-A441-BD8F-EB264A57F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51319-3342-9C43-9AA4-AE360B278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244A2-D854-3749-A658-B3C990FE3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F848-85AA-D044-9344-059541484ED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095BC-E472-AE4E-B9E0-F557FBB5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AB715-D63A-3447-9499-1C11E3CC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5345-3630-D64B-8554-9D946E3C6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5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B8F55-05CB-344E-9740-B91CF8F36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9BC3D-84FA-FE4E-85AE-6A0E9AF8E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F0797-BEA3-5548-9E5C-11B36C339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F848-85AA-D044-9344-059541484ED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8F97E-BFDC-FB45-B9D4-FCDAAC7B2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A6618-E490-B743-9AC0-345B51685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5345-3630-D64B-8554-9D946E3C6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63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C506B-545C-5B41-BF7D-DD95F385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457F6-2157-ED4E-90F9-DD1D1CB4C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C5A96-559B-C343-A619-BE11B0ECC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F848-85AA-D044-9344-059541484ED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ABC62-12A7-1044-BE51-9AD5C2730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93D3F-4750-3843-A480-3BDD86A03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5345-3630-D64B-8554-9D946E3C6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09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4732B-2F8D-DE48-9CD6-B76F2420E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87C12-F81E-2140-B8B6-F3D915737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D4144-48ED-C645-9217-EE22FB2A6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01C1F-66E6-9D4C-8A1F-5BF80BD15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F848-85AA-D044-9344-059541484ED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51A4C-7FD5-7E49-B9C2-F670EB5CE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536F2-3B57-4C43-94DD-29A181569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5345-3630-D64B-8554-9D946E3C6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3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AA60D-8411-1548-B16D-C9F9D5B18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F064F-4665-0F4E-A6D3-EE4E88FC7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D476F-419B-1D4E-A57D-FC599C75B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BC9325-49F6-AC44-960F-27D36586F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361750-9E56-824C-9BD5-D63E98A6A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CB7FDF-E71B-1745-90FA-3B8AD9994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F848-85AA-D044-9344-059541484ED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5FA2A9-E8F8-BC4E-9F15-94851B3FE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E2111B-F76E-8045-9970-22F9A2A4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5345-3630-D64B-8554-9D946E3C6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11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BE6A7-9E36-5447-A7F1-A5114F052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D9ABE3-7C15-0441-B2D8-7ADAFC4ED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F848-85AA-D044-9344-059541484ED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E6C49D-10E2-D548-A5F7-2004F143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B93D5-28EB-6246-A4E9-AB912F925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5345-3630-D64B-8554-9D946E3C6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70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D6CABA-12A3-424D-839D-8588EB02E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F848-85AA-D044-9344-059541484ED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4A343F-B3F0-FC4E-BDDF-E00803C82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C0249-CDB9-0341-86A9-39B16D3C1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5345-3630-D64B-8554-9D946E3C6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18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6EB76-45EB-3D4C-9C16-5CAF38D18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CB2A2-D8E8-1444-B4C2-0963564A2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360A8-C845-7748-9C7A-0BC5C5075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E3230-7FF8-6948-B6CB-687F0D3CE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F848-85AA-D044-9344-059541484ED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E971D-5DD8-AC46-8F05-5CC4AE6AE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D0768-8C83-4148-95A5-63250951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5345-3630-D64B-8554-9D946E3C6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07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35AE7-FF1D-D947-8FEB-69A21BA4A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8E6A55-69FC-E14D-BAB8-5B42CBAC9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B0A120-F3A1-A649-9022-880E6931E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30D0DD-A4C1-4C48-9CE1-F8B4E6A45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F848-85AA-D044-9344-059541484ED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A8F9B-6052-9D48-B8F1-2E278A9E3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3A888-EC01-AC45-9CF4-37FD4875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5345-3630-D64B-8554-9D946E3C6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50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E84D9-2189-1244-900A-FDB23DA7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E702B-430B-B64C-A591-5297AE8DD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AA234-F9F3-D243-BE93-71CC5894A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F848-85AA-D044-9344-059541484ED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6F025-4267-C346-8739-FA842EAE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A85E0-FC52-EB4E-853E-16CC56205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5345-3630-D64B-8554-9D946E3C6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099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BAA26B-B7D8-E141-8B67-F5FD0B305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D8AA7-677D-5A4C-BE9C-291485A3F1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7B8-DBD4-584E-9928-E7B20E943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F848-85AA-D044-9344-059541484ED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9D18D-1CBD-774D-B164-25934C34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E1D4B-9223-2B47-9CC4-EDDD85A6C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15345-3630-D64B-8554-9D946E3C6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79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5834D6-A0A1-0D45-BA64-97F5E01C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754BA-02F1-3748-9753-BE245540D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8E34E-3692-BE41-8BE1-8F9EB9071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C7F848-85AA-D044-9344-059541484ED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D251B-E954-8545-AB6A-C76B358F7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2CF31-1051-F242-AFC8-12E4CB36D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15345-3630-D64B-8554-9D946E3C6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02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D05D97B-00F5-6F4F-A317-A91C9F41937F}"/>
              </a:ext>
            </a:extLst>
          </p:cNvPr>
          <p:cNvGrpSpPr/>
          <p:nvPr/>
        </p:nvGrpSpPr>
        <p:grpSpPr>
          <a:xfrm>
            <a:off x="102452" y="0"/>
            <a:ext cx="4279900" cy="3722370"/>
            <a:chOff x="-353060" y="0"/>
            <a:chExt cx="4279900" cy="372237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0882C4E-88A6-E74F-8611-A74045A2D9C5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106170" y="0"/>
              <a:ext cx="2820670" cy="37223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62B4A934-1D2F-0645-B58C-59A5F074DA54}"/>
                </a:ext>
              </a:extLst>
            </p:cNvPr>
            <p:cNvSpPr txBox="1"/>
            <p:nvPr/>
          </p:nvSpPr>
          <p:spPr>
            <a:xfrm>
              <a:off x="-123825" y="2700655"/>
              <a:ext cx="1256665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1200"/>
                </a:spcAft>
              </a:pPr>
              <a:r>
                <a:rPr lang="en-US" sz="1000">
                  <a:effectLst/>
                  <a:latin typeface="Iowan Old Style Roman" panose="02040602040506020204" pitchFamily="18" charset="77"/>
                  <a:ea typeface="Calibri" panose="020F0502020204030204" pitchFamily="34" charset="0"/>
                  <a:cs typeface="Times New Roman" panose="02020603050405020304" pitchFamily="18" charset="0"/>
                </a:rPr>
                <a:t>Fixed buttons</a:t>
              </a:r>
            </a:p>
          </p:txBody>
        </p:sp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FAC198D8-6F57-934D-B544-57CDB6B6FB83}"/>
                </a:ext>
              </a:extLst>
            </p:cNvPr>
            <p:cNvSpPr txBox="1"/>
            <p:nvPr/>
          </p:nvSpPr>
          <p:spPr>
            <a:xfrm>
              <a:off x="-126365" y="116840"/>
              <a:ext cx="1718310" cy="34734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1200"/>
                </a:spcAft>
              </a:pPr>
              <a:r>
                <a:rPr lang="en-US" sz="1000">
                  <a:effectLst/>
                  <a:latin typeface="Iowan Old Style Roman" panose="02040602040506020204" pitchFamily="18" charset="77"/>
                  <a:ea typeface="Calibri" panose="020F0502020204030204" pitchFamily="34" charset="0"/>
                  <a:cs typeface="Times New Roman" panose="02020603050405020304" pitchFamily="18" charset="0"/>
                </a:rPr>
                <a:t>Menu </a:t>
              </a:r>
            </a:p>
          </p:txBody>
        </p:sp>
        <p:sp>
          <p:nvSpPr>
            <p:cNvPr id="22" name="Text Box 23">
              <a:extLst>
                <a:ext uri="{FF2B5EF4-FFF2-40B4-BE49-F238E27FC236}">
                  <a16:creationId xmlns:a16="http://schemas.microsoft.com/office/drawing/2014/main" id="{FE5B252E-81CB-3940-9D2F-53F55AC40334}"/>
                </a:ext>
              </a:extLst>
            </p:cNvPr>
            <p:cNvSpPr txBox="1"/>
            <p:nvPr/>
          </p:nvSpPr>
          <p:spPr>
            <a:xfrm>
              <a:off x="-353060" y="687070"/>
              <a:ext cx="1718310" cy="34480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1200"/>
                </a:spcAft>
              </a:pPr>
              <a:r>
                <a:rPr lang="en-US" sz="1000">
                  <a:effectLst/>
                  <a:latin typeface="Iowan Old Style Roman" panose="02040602040506020204" pitchFamily="18" charset="77"/>
                  <a:ea typeface="Calibri" panose="020F0502020204030204" pitchFamily="34" charset="0"/>
                  <a:cs typeface="Times New Roman" panose="02020603050405020304" pitchFamily="18" charset="0"/>
                </a:rPr>
                <a:t>List of objects</a:t>
              </a:r>
            </a:p>
          </p:txBody>
        </p:sp>
        <p:sp>
          <p:nvSpPr>
            <p:cNvPr id="23" name="Text Box 24">
              <a:extLst>
                <a:ext uri="{FF2B5EF4-FFF2-40B4-BE49-F238E27FC236}">
                  <a16:creationId xmlns:a16="http://schemas.microsoft.com/office/drawing/2014/main" id="{1FF798A3-647F-EC4D-A7F3-1DB37A22D639}"/>
                </a:ext>
              </a:extLst>
            </p:cNvPr>
            <p:cNvSpPr txBox="1"/>
            <p:nvPr/>
          </p:nvSpPr>
          <p:spPr>
            <a:xfrm>
              <a:off x="1134745" y="1210945"/>
              <a:ext cx="1718310" cy="34480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1200"/>
                </a:spcAft>
              </a:pPr>
              <a:r>
                <a:rPr lang="en-US" sz="1000">
                  <a:effectLst/>
                  <a:latin typeface="Iowan Old Style Roman" panose="02040602040506020204" pitchFamily="18" charset="77"/>
                  <a:ea typeface="Calibri" panose="020F0502020204030204" pitchFamily="34" charset="0"/>
                  <a:cs typeface="Times New Roman" panose="02020603050405020304" pitchFamily="18" charset="0"/>
                </a:rPr>
                <a:t>Dynamic menu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9DC7228-0F77-7A48-9488-0F0351689F89}"/>
                </a:ext>
              </a:extLst>
            </p:cNvPr>
            <p:cNvCxnSpPr/>
            <p:nvPr/>
          </p:nvCxnSpPr>
          <p:spPr>
            <a:xfrm>
              <a:off x="970915" y="255905"/>
              <a:ext cx="410210" cy="6413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C367CE8-FF66-234F-9458-2F6C397078A3}"/>
                </a:ext>
              </a:extLst>
            </p:cNvPr>
            <p:cNvCxnSpPr/>
            <p:nvPr/>
          </p:nvCxnSpPr>
          <p:spPr>
            <a:xfrm flipV="1">
              <a:off x="977900" y="577850"/>
              <a:ext cx="406400" cy="2628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B968FC7-B505-DA48-B697-4A9A45DA68C2}"/>
                </a:ext>
              </a:extLst>
            </p:cNvPr>
            <p:cNvCxnSpPr/>
            <p:nvPr/>
          </p:nvCxnSpPr>
          <p:spPr>
            <a:xfrm>
              <a:off x="986155" y="2853690"/>
              <a:ext cx="408305" cy="2692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C4BAEA5-5319-594C-8F1E-D78C45337F49}"/>
                </a:ext>
              </a:extLst>
            </p:cNvPr>
            <p:cNvCxnSpPr/>
            <p:nvPr/>
          </p:nvCxnSpPr>
          <p:spPr>
            <a:xfrm flipV="1">
              <a:off x="2454910" y="914400"/>
              <a:ext cx="165735" cy="406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28172C50-3091-8746-B45A-CF16E899DAC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162" y="224509"/>
            <a:ext cx="3077210" cy="2741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A531DF9-4D60-7E46-BA29-526E4660571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992" y="224509"/>
            <a:ext cx="2892425" cy="30403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32E54B5E-74A1-894E-B69C-01D2D3A27F76}"/>
              </a:ext>
            </a:extLst>
          </p:cNvPr>
          <p:cNvGrpSpPr/>
          <p:nvPr/>
        </p:nvGrpSpPr>
        <p:grpSpPr>
          <a:xfrm>
            <a:off x="92488" y="3545486"/>
            <a:ext cx="5948045" cy="3148788"/>
            <a:chOff x="4178133" y="3614254"/>
            <a:chExt cx="5948045" cy="3148788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3557AD3-973F-1648-BABB-20F7E4A1AB53}"/>
                </a:ext>
              </a:extLst>
            </p:cNvPr>
            <p:cNvPicPr/>
            <p:nvPr/>
          </p:nvPicPr>
          <p:blipFill>
            <a:blip r:embed="rId5"/>
            <a:srcRect/>
            <a:stretch/>
          </p:blipFill>
          <p:spPr bwMode="auto">
            <a:xfrm>
              <a:off x="4178133" y="3819307"/>
              <a:ext cx="5948045" cy="28127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Text Box 4">
              <a:extLst>
                <a:ext uri="{FF2B5EF4-FFF2-40B4-BE49-F238E27FC236}">
                  <a16:creationId xmlns:a16="http://schemas.microsoft.com/office/drawing/2014/main" id="{BB156984-7384-274A-864A-4945DD7E0904}"/>
                </a:ext>
              </a:extLst>
            </p:cNvPr>
            <p:cNvSpPr txBox="1"/>
            <p:nvPr/>
          </p:nvSpPr>
          <p:spPr>
            <a:xfrm>
              <a:off x="6918380" y="6509802"/>
              <a:ext cx="1595755" cy="22479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spcBef>
                  <a:spcPts val="0"/>
                </a:spcBef>
                <a:spcAft>
                  <a:spcPts val="0"/>
                </a:spcAft>
              </a:pPr>
              <a:r>
                <a:rPr lang="en-US" sz="800" dirty="0">
                  <a:effectLst/>
                  <a:latin typeface="Iowan Old Style Roman" panose="02040602040506020204" pitchFamily="18" charset="77"/>
                  <a:ea typeface="Calibri" panose="020F0502020204030204" pitchFamily="34" charset="0"/>
                  <a:cs typeface="Times New Roman" panose="02020603050405020304" pitchFamily="18" charset="0"/>
                </a:rPr>
                <a:t>Rectangles for playing audio.</a:t>
              </a:r>
            </a:p>
          </p:txBody>
        </p:sp>
        <p:sp>
          <p:nvSpPr>
            <p:cNvPr id="34" name="Text Box 5">
              <a:extLst>
                <a:ext uri="{FF2B5EF4-FFF2-40B4-BE49-F238E27FC236}">
                  <a16:creationId xmlns:a16="http://schemas.microsoft.com/office/drawing/2014/main" id="{22AF6571-3919-744E-8E83-268BBE3D9309}"/>
                </a:ext>
              </a:extLst>
            </p:cNvPr>
            <p:cNvSpPr txBox="1"/>
            <p:nvPr/>
          </p:nvSpPr>
          <p:spPr>
            <a:xfrm>
              <a:off x="4328684" y="6528727"/>
              <a:ext cx="1026795" cy="23431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spcBef>
                  <a:spcPts val="0"/>
                </a:spcBef>
                <a:spcAft>
                  <a:spcPts val="0"/>
                </a:spcAft>
              </a:pPr>
              <a:r>
                <a:rPr lang="en-US" sz="800" dirty="0">
                  <a:effectLst/>
                  <a:latin typeface="Iowan Old Style Roman" panose="02040602040506020204" pitchFamily="18" charset="77"/>
                  <a:ea typeface="Calibri" panose="020F0502020204030204" pitchFamily="34" charset="0"/>
                  <a:cs typeface="Times New Roman" panose="02020603050405020304" pitchFamily="18" charset="0"/>
                </a:rPr>
                <a:t>Zoom functions</a:t>
              </a:r>
            </a:p>
            <a:p>
              <a:pPr marL="171450" marR="0" algn="just">
                <a:spcBef>
                  <a:spcPts val="0"/>
                </a:spcBef>
                <a:spcAft>
                  <a:spcPts val="1200"/>
                </a:spcAft>
              </a:pPr>
              <a:r>
                <a:rPr lang="en-US" sz="800" dirty="0">
                  <a:effectLst/>
                  <a:latin typeface="Iowan Old Style Roman" panose="02040602040506020204" pitchFamily="18" charset="77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US" sz="1000" dirty="0">
                <a:effectLst/>
                <a:latin typeface="Iowan Old Style Roman" panose="02040602040506020204" pitchFamily="18" charset="77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 Box 8">
              <a:extLst>
                <a:ext uri="{FF2B5EF4-FFF2-40B4-BE49-F238E27FC236}">
                  <a16:creationId xmlns:a16="http://schemas.microsoft.com/office/drawing/2014/main" id="{78B2D917-D97A-824E-A231-A60C9857D741}"/>
                </a:ext>
              </a:extLst>
            </p:cNvPr>
            <p:cNvSpPr txBox="1"/>
            <p:nvPr/>
          </p:nvSpPr>
          <p:spPr>
            <a:xfrm>
              <a:off x="8288075" y="3614254"/>
              <a:ext cx="799465" cy="23050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spcBef>
                  <a:spcPts val="0"/>
                </a:spcBef>
                <a:spcAft>
                  <a:spcPts val="0"/>
                </a:spcAft>
              </a:pPr>
              <a:r>
                <a:rPr lang="en-US" sz="800">
                  <a:effectLst/>
                  <a:latin typeface="Iowan Old Style Roman" panose="02040602040506020204" pitchFamily="18" charset="77"/>
                  <a:ea typeface="Calibri" panose="020F0502020204030204" pitchFamily="34" charset="0"/>
                  <a:cs typeface="Times New Roman" panose="02020603050405020304" pitchFamily="18" charset="0"/>
                </a:rPr>
                <a:t>Wave form</a:t>
              </a:r>
            </a:p>
          </p:txBody>
        </p:sp>
        <p:sp>
          <p:nvSpPr>
            <p:cNvPr id="36" name="Text Box 9">
              <a:extLst>
                <a:ext uri="{FF2B5EF4-FFF2-40B4-BE49-F238E27FC236}">
                  <a16:creationId xmlns:a16="http://schemas.microsoft.com/office/drawing/2014/main" id="{3DB9FF38-CCDA-2746-8132-99ED9F77C13B}"/>
                </a:ext>
              </a:extLst>
            </p:cNvPr>
            <p:cNvSpPr txBox="1"/>
            <p:nvPr/>
          </p:nvSpPr>
          <p:spPr>
            <a:xfrm>
              <a:off x="9202475" y="3724744"/>
              <a:ext cx="798195" cy="23050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spcBef>
                  <a:spcPts val="0"/>
                </a:spcBef>
                <a:spcAft>
                  <a:spcPts val="0"/>
                </a:spcAft>
              </a:pPr>
              <a:r>
                <a:rPr lang="en-US" sz="800">
                  <a:effectLst/>
                  <a:latin typeface="Iowan Old Style Roman" panose="02040602040506020204" pitchFamily="18" charset="77"/>
                  <a:ea typeface="Calibri" panose="020F0502020204030204" pitchFamily="34" charset="0"/>
                  <a:cs typeface="Times New Roman" panose="02020603050405020304" pitchFamily="18" charset="0"/>
                </a:rPr>
                <a:t>Spectrogram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7FE9702-2C5C-274A-AA55-9DBA9193F540}"/>
                </a:ext>
              </a:extLst>
            </p:cNvPr>
            <p:cNvCxnSpPr/>
            <p:nvPr/>
          </p:nvCxnSpPr>
          <p:spPr>
            <a:xfrm flipV="1">
              <a:off x="4677465" y="6324715"/>
              <a:ext cx="45085" cy="2413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9F75F42-2054-9E4C-9329-CE8F75FE8653}"/>
                </a:ext>
              </a:extLst>
            </p:cNvPr>
            <p:cNvCxnSpPr/>
            <p:nvPr/>
          </p:nvCxnSpPr>
          <p:spPr>
            <a:xfrm flipH="1" flipV="1">
              <a:off x="7559619" y="6116154"/>
              <a:ext cx="45085" cy="4648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298057F-9A78-B749-8286-20A7D4BE2346}"/>
                </a:ext>
              </a:extLst>
            </p:cNvPr>
            <p:cNvCxnSpPr/>
            <p:nvPr/>
          </p:nvCxnSpPr>
          <p:spPr>
            <a:xfrm flipH="1">
              <a:off x="8399200" y="3854284"/>
              <a:ext cx="229870" cy="78613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FF9570B-CF6D-9C4E-9DAE-AB13303F9088}"/>
                </a:ext>
              </a:extLst>
            </p:cNvPr>
            <p:cNvCxnSpPr/>
            <p:nvPr/>
          </p:nvCxnSpPr>
          <p:spPr>
            <a:xfrm flipH="1">
              <a:off x="8749720" y="3955884"/>
              <a:ext cx="800735" cy="13716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C0A94812-B738-C649-86D7-C3090656FF39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357" y="3662819"/>
            <a:ext cx="5939155" cy="28721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9033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D20FF8-7E24-BAB1-A4B5-D872E5006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5" y="0"/>
            <a:ext cx="11992647" cy="68580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437D5A-60D6-0E6F-D4ED-3DC14D546FBE}"/>
              </a:ext>
            </a:extLst>
          </p:cNvPr>
          <p:cNvCxnSpPr>
            <a:cxnSpLocks/>
          </p:cNvCxnSpPr>
          <p:nvPr/>
        </p:nvCxnSpPr>
        <p:spPr>
          <a:xfrm>
            <a:off x="4712393" y="3679559"/>
            <a:ext cx="1650657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B94A48-253A-E61C-2009-33855BC37CF0}"/>
              </a:ext>
            </a:extLst>
          </p:cNvPr>
          <p:cNvCxnSpPr>
            <a:cxnSpLocks/>
          </p:cNvCxnSpPr>
          <p:nvPr/>
        </p:nvCxnSpPr>
        <p:spPr>
          <a:xfrm>
            <a:off x="6458700" y="3679559"/>
            <a:ext cx="1288531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6383E5-6B35-1C15-E798-AF4444457A66}"/>
              </a:ext>
            </a:extLst>
          </p:cNvPr>
          <p:cNvSpPr txBox="1"/>
          <p:nvPr/>
        </p:nvSpPr>
        <p:spPr>
          <a:xfrm>
            <a:off x="5102655" y="3723888"/>
            <a:ext cx="870132" cy="306467"/>
          </a:xfrm>
          <a:prstGeom prst="roundRect">
            <a:avLst/>
          </a:prstGeom>
          <a:solidFill>
            <a:srgbClr val="FFFFFF">
              <a:alpha val="50196"/>
            </a:srgb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closure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30AA0E-5849-3AD5-862C-27C36E5937E2}"/>
              </a:ext>
            </a:extLst>
          </p:cNvPr>
          <p:cNvSpPr txBox="1"/>
          <p:nvPr/>
        </p:nvSpPr>
        <p:spPr>
          <a:xfrm>
            <a:off x="6573918" y="3723888"/>
            <a:ext cx="1058093" cy="306467"/>
          </a:xfrm>
          <a:prstGeom prst="roundRect">
            <a:avLst/>
          </a:prstGeom>
          <a:solidFill>
            <a:srgbClr val="FFFFFF">
              <a:alpha val="50196"/>
            </a:srgb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aspiration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F011752-6152-8B43-1A15-59CFD2702C0F}"/>
              </a:ext>
            </a:extLst>
          </p:cNvPr>
          <p:cNvCxnSpPr>
            <a:cxnSpLocks/>
          </p:cNvCxnSpPr>
          <p:nvPr/>
        </p:nvCxnSpPr>
        <p:spPr>
          <a:xfrm flipV="1">
            <a:off x="6393810" y="3022422"/>
            <a:ext cx="0" cy="475787"/>
          </a:xfrm>
          <a:prstGeom prst="straightConnector1">
            <a:avLst/>
          </a:prstGeom>
          <a:ln cap="rnd">
            <a:solidFill>
              <a:srgbClr val="FF00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48E2AC2-C4AE-B3D1-6298-E6856BEE210A}"/>
              </a:ext>
            </a:extLst>
          </p:cNvPr>
          <p:cNvSpPr txBox="1"/>
          <p:nvPr/>
        </p:nvSpPr>
        <p:spPr>
          <a:xfrm>
            <a:off x="5958744" y="2671627"/>
            <a:ext cx="870132" cy="306467"/>
          </a:xfrm>
          <a:prstGeom prst="roundRect">
            <a:avLst/>
          </a:prstGeom>
          <a:solidFill>
            <a:srgbClr val="FFFFFF">
              <a:alpha val="50196"/>
            </a:srgb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burst</a:t>
            </a:r>
          </a:p>
        </p:txBody>
      </p:sp>
    </p:spTree>
    <p:extLst>
      <p:ext uri="{BB962C8B-B14F-4D97-AF65-F5344CB8AC3E}">
        <p14:creationId xmlns:p14="http://schemas.microsoft.com/office/powerpoint/2010/main" val="405983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22</Words>
  <Application>Microsoft Macintosh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Iowan Old Style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Abraham Stanley</dc:creator>
  <cp:lastModifiedBy>Joey Stanley</cp:lastModifiedBy>
  <cp:revision>6</cp:revision>
  <dcterms:created xsi:type="dcterms:W3CDTF">2019-09-11T01:19:52Z</dcterms:created>
  <dcterms:modified xsi:type="dcterms:W3CDTF">2026-07-25T19:17:15Z</dcterms:modified>
</cp:coreProperties>
</file>